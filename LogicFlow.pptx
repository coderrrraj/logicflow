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  <ns0:embeddedFont>
      <ns0:font typeface="Space Grotesk"/>
      <ns0:bold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ffd0e8c8-42af-4e9d-82f4-8e6d3160854a.fntdata" /><ns0:Relationship Id="rIdFont14" Type="http://schemas.openxmlformats.org/officeDocument/2006/relationships/font" Target="fonts/e083cd58-f037-4ec4-8eef-35e159e49a78.fntdata" /><ns0:Relationship Id="rIdFont15" Type="http://schemas.openxmlformats.org/officeDocument/2006/relationships/font" Target="fonts/9892f1ec-53c7-4fc3-b927-69ba03683ac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29150" y="1872555"/>
            <a:ext cx="2933700" cy="419100"/>
          </a:xfrm>
          <a:prstGeom prst="roundRect">
            <a:avLst>
              <a:gd name="adj" fmla="val 9090"/>
            </a:avLst>
          </a:prstGeom>
          <a:solidFill>
            <a:srgbClr val="182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5" y="4680495"/>
            <a:ext cx="295275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33167" y="2596455"/>
            <a:ext cx="5325665" cy="921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59"/>
              </a:lnSpc>
            </a:pPr>
            <a:r>
              <a:rPr b="1" sz="6600" i="0" u="none">
                <a:solidFill>
                  <a:srgbClr val="F8FAFC"/>
                </a:solidFill>
                <a:latin typeface="Space Grotesk"/>
              </a:rPr>
              <a:t>LogicFlow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747045"/>
            <a:ext cx="7810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94A3B8"/>
                </a:solidFill>
                <a:latin typeface="Inter"/>
              </a:rPr>
              <a:t>The algorithm-driven task prioritizer for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8187" y="1986855"/>
            <a:ext cx="3095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0A5FA"/>
                </a:solidFill>
                <a:latin typeface="Inter"/>
              </a:rPr>
              <a:t>GALGOTIAS LOGIC LEAGUE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1828" y="4718595"/>
            <a:ext cx="2512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"/>
              </a:rPr>
              <a:t>Ready for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47267"/>
            <a:ext cx="5181600" cy="296331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15642"/>
            <a:ext cx="1714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20467"/>
            <a:ext cx="1714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25292"/>
            <a:ext cx="2286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870769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F4444"/>
                </a:solidFill>
                <a:latin typeface="Inter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23194"/>
            <a:ext cx="5540692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Standard to-do lists are flawed.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701355"/>
            <a:ext cx="615315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They show what to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4206180"/>
            <a:ext cx="615315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800" i="0" u="none">
                <a:solidFill>
                  <a:srgbClr val="475569"/>
                </a:solidFill>
                <a:latin typeface="Inter"/>
              </a:rPr>
              <a:t>They ignore deadlines.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711005"/>
            <a:ext cx="609600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They never tell you what to do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2809875"/>
            <a:ext cx="10953750" cy="1828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495675"/>
            <a:ext cx="4000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3495675"/>
            <a:ext cx="40005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81000" y="609600"/>
            <a:ext cx="12954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The Algorithmic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11430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Dynamic sorting based on real mathematical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095875"/>
            <a:ext cx="9906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Tasks with the highest score automatically bubble to the 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446" y="3267075"/>
            <a:ext cx="32027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B82F6"/>
                </a:solidFill>
                <a:latin typeface="Inter"/>
              </a:rPr>
              <a:t>Difficulty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446" y="3619500"/>
            <a:ext cx="3202781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8662" y="3267075"/>
            <a:ext cx="26193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EF4444"/>
                </a:solidFill>
                <a:latin typeface="Inter"/>
              </a:rPr>
              <a:t>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662" y="3619500"/>
            <a:ext cx="261937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Days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3559" y="3267075"/>
            <a:ext cx="3821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3559" y="3619500"/>
            <a:ext cx="382190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Priority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3454449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133725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033712"/>
            <a:ext cx="3454449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9091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49" y="3590925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99" y="3490912"/>
            <a:ext cx="33337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82F6"/>
                </a:solidFill>
                <a:latin typeface="Inter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Built for speed and precision.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100512"/>
            <a:ext cx="333381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Smart Sorting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510087"/>
            <a:ext cx="26352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Automated urgency calculations.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49" y="4200525"/>
            <a:ext cx="333381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CLI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49" y="4610100"/>
            <a:ext cx="317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Zero-lag terminal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5299" y="4100512"/>
            <a:ext cx="333381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Python Powered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5299" y="4510087"/>
            <a:ext cx="26352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Clean, readable, modular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950023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869727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01950" y="3317527"/>
            <a:ext cx="4788098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Code is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3421" y="4216598"/>
            <a:ext cx="69651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Repository open for Galgotias Logic League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42987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09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https://media.istockphoto.com/id/2058227609/vector/overworked-housewife-set-tired-single-mother-do-housework-cleaning-cooks-busy-sad-mom-do.jpg?s=612x612&amp;w=0&amp;k=20&amp;c=ELTIrelUB2Nq6JVWfdi_gPfDxyzxXrApPoFxGge-O54=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6207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90712"/>
            <a:ext cx="8286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https://ik.imagekit.io/agmamedia/tr:w-300,ar-16-9/2026/08/12/gt0826_Page_47_Image_0002-hero__2gl2f_WB.jpg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90737"/>
            <a:ext cx="3107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www.geartechnology.com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